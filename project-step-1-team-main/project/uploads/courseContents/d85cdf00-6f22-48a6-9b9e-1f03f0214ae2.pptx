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8" r:id="rId3"/>
    <p:sldId id="269" r:id="rId4"/>
    <p:sldId id="279" r:id="rId5"/>
    <p:sldId id="280" r:id="rId6"/>
    <p:sldId id="270" r:id="rId7"/>
    <p:sldId id="281" r:id="rId8"/>
    <p:sldId id="282" r:id="rId9"/>
    <p:sldId id="283" r:id="rId10"/>
    <p:sldId id="284" r:id="rId11"/>
    <p:sldId id="271" r:id="rId12"/>
    <p:sldId id="285" r:id="rId13"/>
    <p:sldId id="286" r:id="rId14"/>
    <p:sldId id="272" r:id="rId15"/>
    <p:sldId id="287" r:id="rId16"/>
    <p:sldId id="288" r:id="rId17"/>
    <p:sldId id="273" r:id="rId18"/>
    <p:sldId id="289" r:id="rId19"/>
    <p:sldId id="290" r:id="rId20"/>
    <p:sldId id="291" r:id="rId21"/>
    <p:sldId id="292" r:id="rId22"/>
    <p:sldId id="274" r:id="rId23"/>
    <p:sldId id="275" r:id="rId24"/>
    <p:sldId id="276" r:id="rId25"/>
    <p:sldId id="277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30/05/2024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30/05/2024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30/05/2024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30/05/2024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30/05/2024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30/05/2024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30/05/2024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Building Microservices - Chapter 8: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Importance of deployment strategies in ensuring reliability and scalability.</a:t>
            </a:r>
          </a:p>
          <a:p>
            <a:r>
              <a:rPr dirty="0"/>
              <a:t>Transition from logical to physical deployment.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E85C1-F2A3-1B9D-4FBE-257D1B09B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670537"/>
            <a:ext cx="8382000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Instances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Running multiple instances of a microservice for scalability and reliability.</a:t>
            </a:r>
          </a:p>
          <a:p>
            <a:r>
              <a:t>Techniques for load balancing across instances.</a:t>
            </a:r>
          </a:p>
          <a:p>
            <a:r>
              <a:t>Importance of avoiding single points of failure.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Instances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5F05A3-F59E-6EEF-54A9-D29D0C18C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3007" y="1600200"/>
            <a:ext cx="7517986" cy="4525963"/>
          </a:xfrm>
        </p:spPr>
      </p:pic>
    </p:spTree>
    <p:extLst>
      <p:ext uri="{BB962C8B-B14F-4D97-AF65-F5344CB8AC3E}">
        <p14:creationId xmlns:p14="http://schemas.microsoft.com/office/powerpoint/2010/main" val="383366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Instances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2C970A4-C38D-88A8-633F-9EE42248DA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4718" y="1600200"/>
            <a:ext cx="6634564" cy="4525963"/>
          </a:xfrm>
        </p:spPr>
      </p:pic>
    </p:spTree>
    <p:extLst>
      <p:ext uri="{BB962C8B-B14F-4D97-AF65-F5344CB8AC3E}">
        <p14:creationId xmlns:p14="http://schemas.microsoft.com/office/powerpoint/2010/main" val="98926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Approaches to managing databases in microservices.</a:t>
            </a:r>
          </a:p>
          <a:p>
            <a:r>
              <a:t>Ensuring data consistency and integrity.</a:t>
            </a:r>
          </a:p>
          <a:p>
            <a:r>
              <a:t>Strategies for database deployment, including single shared database vs. database per service.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CF222C-B90E-5E8E-F091-7673E2119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6226" y="1600200"/>
            <a:ext cx="7031548" cy="4525963"/>
          </a:xfrm>
        </p:spPr>
      </p:pic>
    </p:spTree>
    <p:extLst>
      <p:ext uri="{BB962C8B-B14F-4D97-AF65-F5344CB8AC3E}">
        <p14:creationId xmlns:p14="http://schemas.microsoft.com/office/powerpoint/2010/main" val="3881246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Database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399F3A2-5655-FE97-E717-7800F269E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4736" y="1600200"/>
            <a:ext cx="6954528" cy="4525963"/>
          </a:xfrm>
        </p:spPr>
      </p:pic>
    </p:spTree>
    <p:extLst>
      <p:ext uri="{BB962C8B-B14F-4D97-AF65-F5344CB8AC3E}">
        <p14:creationId xmlns:p14="http://schemas.microsoft.com/office/powerpoint/2010/main" val="567428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Database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69C6661-3C1D-58C9-8A87-5395F0351A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47166"/>
            <a:ext cx="8229600" cy="4432030"/>
          </a:xfrm>
        </p:spPr>
      </p:pic>
    </p:spTree>
    <p:extLst>
      <p:ext uri="{BB962C8B-B14F-4D97-AF65-F5344CB8AC3E}">
        <p14:creationId xmlns:p14="http://schemas.microsoft.com/office/powerpoint/2010/main" val="175808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Database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8CA495-1C5E-55C3-496E-7A3421F206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0772"/>
            <a:ext cx="8229600" cy="4424819"/>
          </a:xfrm>
        </p:spPr>
      </p:pic>
    </p:spTree>
    <p:extLst>
      <p:ext uri="{BB962C8B-B14F-4D97-AF65-F5344CB8AC3E}">
        <p14:creationId xmlns:p14="http://schemas.microsoft.com/office/powerpoint/2010/main" val="2731911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environments: development, testing, staging, production.</a:t>
            </a:r>
          </a:p>
          <a:p>
            <a:r>
              <a:t>Managing configurations across environments.</a:t>
            </a:r>
          </a:p>
          <a:p>
            <a:r>
              <a:t>Ensuring consistency and reliability through the deployment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BF0986-B22E-0FD7-2122-CDCEB3449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191" y="1600200"/>
            <a:ext cx="8069617" cy="4525963"/>
          </a:xfrm>
        </p:spPr>
      </p:pic>
    </p:spTree>
    <p:extLst>
      <p:ext uri="{BB962C8B-B14F-4D97-AF65-F5344CB8AC3E}">
        <p14:creationId xmlns:p14="http://schemas.microsoft.com/office/powerpoint/2010/main" val="2040290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0142B0-E6E4-4B06-0DEB-24EDB50AE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277" y="1600200"/>
            <a:ext cx="7787446" cy="4525963"/>
          </a:xfrm>
        </p:spPr>
      </p:pic>
    </p:spTree>
    <p:extLst>
      <p:ext uri="{BB962C8B-B14F-4D97-AF65-F5344CB8AC3E}">
        <p14:creationId xmlns:p14="http://schemas.microsoft.com/office/powerpoint/2010/main" val="1509359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Principles of Microservice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/>
              <a:t>Isolated Execution:</a:t>
            </a:r>
            <a:r>
              <a:rPr dirty="0"/>
              <a:t> Ensuring services run independently.</a:t>
            </a:r>
          </a:p>
          <a:p>
            <a:r>
              <a:rPr b="1" dirty="0"/>
              <a:t>Focus on Automation</a:t>
            </a:r>
            <a:r>
              <a:rPr dirty="0"/>
              <a:t>: Automating deployment processes.</a:t>
            </a:r>
          </a:p>
          <a:p>
            <a:r>
              <a:rPr b="1" dirty="0"/>
              <a:t>Infrastructure as Code (IAC): </a:t>
            </a:r>
            <a:r>
              <a:rPr dirty="0"/>
              <a:t>Managing infrastructure through code.</a:t>
            </a:r>
          </a:p>
          <a:p>
            <a:r>
              <a:rPr b="1" dirty="0"/>
              <a:t>Zero-Downtime Deployment</a:t>
            </a:r>
            <a:r>
              <a:rPr dirty="0"/>
              <a:t>: Strategies for minimizing downtime during deployments.</a:t>
            </a:r>
          </a:p>
          <a:p>
            <a:r>
              <a:rPr b="1" dirty="0"/>
              <a:t>Desired State Management</a:t>
            </a:r>
            <a:r>
              <a:rPr dirty="0"/>
              <a:t>: Ensuring the system reaches and maintains a desired state.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D713B-8DB2-0876-3134-FC0876839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Isolated Execution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B442CE-6A24-06AD-F5EB-A9929D3816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26944" y="1368307"/>
            <a:ext cx="4524232" cy="2060694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8A28857-E67E-4E64-9B87-FA1BAC94C0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326943" y="3863180"/>
            <a:ext cx="4627317" cy="256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56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F57465-16B5-9976-5CAB-94273E6F5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Desired State Management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60CF741-EB4B-3977-5C1E-A2C46517D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12819"/>
            <a:ext cx="8229600" cy="4100724"/>
          </a:xfrm>
        </p:spPr>
      </p:pic>
    </p:spTree>
    <p:extLst>
      <p:ext uri="{BB962C8B-B14F-4D97-AF65-F5344CB8AC3E}">
        <p14:creationId xmlns:p14="http://schemas.microsoft.com/office/powerpoint/2010/main" val="1240393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b="1" dirty="0"/>
              <a:t>Physical Machines:</a:t>
            </a:r>
            <a:r>
              <a:rPr dirty="0"/>
              <a:t> Traditional approach, less flexible.</a:t>
            </a:r>
          </a:p>
          <a:p>
            <a:r>
              <a:rPr b="1" dirty="0"/>
              <a:t>Virtual Machines: </a:t>
            </a:r>
            <a:r>
              <a:rPr dirty="0"/>
              <a:t>More flexible, easier to manage.</a:t>
            </a:r>
          </a:p>
          <a:p>
            <a:r>
              <a:rPr b="1" dirty="0"/>
              <a:t>Containers</a:t>
            </a:r>
            <a:r>
              <a:rPr dirty="0"/>
              <a:t>: Lightweight, portable, and consistent environments.</a:t>
            </a:r>
          </a:p>
          <a:p>
            <a:r>
              <a:rPr b="1" dirty="0"/>
              <a:t>Application Containers</a:t>
            </a:r>
            <a:r>
              <a:rPr dirty="0"/>
              <a:t>: Running microservices in application containers like Docker.</a:t>
            </a:r>
          </a:p>
          <a:p>
            <a:r>
              <a:rPr b="1" dirty="0"/>
              <a:t>Platform as a Service (PaaS</a:t>
            </a:r>
            <a:r>
              <a:rPr dirty="0"/>
              <a:t>): Managed services for deploying applications.</a:t>
            </a:r>
          </a:p>
          <a:p>
            <a:r>
              <a:rPr b="1" dirty="0"/>
              <a:t>Function as a Service (</a:t>
            </a:r>
            <a:r>
              <a:rPr b="1" dirty="0" err="1"/>
              <a:t>FaaS</a:t>
            </a:r>
            <a:r>
              <a:rPr dirty="0"/>
              <a:t>): Serverless architectures for event-driven applications.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A4546-6040-B9CF-068B-34CCB2856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Virtual Machines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0AA3DA-9F3B-D69F-6DB8-7E66CF99C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45146"/>
            <a:ext cx="8229600" cy="3836070"/>
          </a:xfrm>
        </p:spPr>
      </p:pic>
    </p:spTree>
    <p:extLst>
      <p:ext uri="{BB962C8B-B14F-4D97-AF65-F5344CB8AC3E}">
        <p14:creationId xmlns:p14="http://schemas.microsoft.com/office/powerpoint/2010/main" val="3265927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C8E6-0766-AAAF-9F75-A2C1897A6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Containers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7E9784-FCE9-A29B-2076-C3396BD23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704872"/>
            <a:ext cx="8229600" cy="2316618"/>
          </a:xfrm>
        </p:spPr>
      </p:pic>
    </p:spTree>
    <p:extLst>
      <p:ext uri="{BB962C8B-B14F-4D97-AF65-F5344CB8AC3E}">
        <p14:creationId xmlns:p14="http://schemas.microsoft.com/office/powerpoint/2010/main" val="307723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C8E6-0766-AAAF-9F75-A2C1897A6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Containers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3769FD-4A26-92C8-26F1-5893ABEE48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814" y="1600200"/>
            <a:ext cx="7606371" cy="4525963"/>
          </a:xfrm>
        </p:spPr>
      </p:pic>
    </p:spTree>
    <p:extLst>
      <p:ext uri="{BB962C8B-B14F-4D97-AF65-F5344CB8AC3E}">
        <p14:creationId xmlns:p14="http://schemas.microsoft.com/office/powerpoint/2010/main" val="303233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98FB5-AB6B-9CE9-EF59-5370EF488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 Containers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C8BA18-3FC8-5F97-1486-1F4DAE068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790" y="1600200"/>
            <a:ext cx="7970420" cy="4525963"/>
          </a:xfrm>
        </p:spPr>
      </p:pic>
    </p:spTree>
    <p:extLst>
      <p:ext uri="{BB962C8B-B14F-4D97-AF65-F5344CB8AC3E}">
        <p14:creationId xmlns:p14="http://schemas.microsoft.com/office/powerpoint/2010/main" val="2749123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Choosing the Right Deployment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Factors to consider: scalability, flexibility, cost, complexity.</a:t>
            </a:r>
          </a:p>
          <a:p>
            <a:r>
              <a:rPr dirty="0"/>
              <a:t>Pros and cons of different deployment options.</a:t>
            </a:r>
          </a:p>
          <a:p>
            <a:r>
              <a:rPr dirty="0"/>
              <a:t>Examples of use cases for each deployment strategy.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Container Orchestration with Kubernetes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Benefits of using container orchestration platforms.</a:t>
            </a:r>
          </a:p>
          <a:p>
            <a:r>
              <a:t>Simplified view of Kubernetes concepts: pods, services, deployments.</a:t>
            </a:r>
          </a:p>
          <a:p>
            <a:r>
              <a:t>Advantages of using Kubernetes for microservice deployment.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Progressive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Separating deployment from release.</a:t>
            </a:r>
          </a:p>
          <a:p>
            <a:r>
              <a:t>Techniques for progressive delivery: feature toggles, canary releases, parallel run.</a:t>
            </a:r>
          </a:p>
          <a:p>
            <a:r>
              <a:t>Benefits of progressive delivery in minimizing risk and improving feedback loops.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 strategies are critical for microservice architectures.</a:t>
            </a:r>
          </a:p>
          <a:p>
            <a:r>
              <a:t>Various deployment options and principles to ensure reliability and scalability.</a:t>
            </a:r>
          </a:p>
          <a:p>
            <a:r>
              <a:t>Role of container orchestration and progressive delivery in modern deployments.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388</Words>
  <Application>Microsoft Office PowerPoint</Application>
  <PresentationFormat>On-screen Show (4:3)</PresentationFormat>
  <Paragraphs>59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Building Microservices - Chapter 8: Deployment</vt:lpstr>
      <vt:lpstr>Introduction to Deployment</vt:lpstr>
      <vt:lpstr>Multiple Instances</vt:lpstr>
      <vt:lpstr>Multiple Instances</vt:lpstr>
      <vt:lpstr>Multiple Instances</vt:lpstr>
      <vt:lpstr>The Database</vt:lpstr>
      <vt:lpstr>The Database</vt:lpstr>
      <vt:lpstr>The Database</vt:lpstr>
      <vt:lpstr>The Database</vt:lpstr>
      <vt:lpstr>The Database</vt:lpstr>
      <vt:lpstr>Environments</vt:lpstr>
      <vt:lpstr>Environments</vt:lpstr>
      <vt:lpstr>Environments</vt:lpstr>
      <vt:lpstr>Principles of Microservice Deployment</vt:lpstr>
      <vt:lpstr>Isolated Execution</vt:lpstr>
      <vt:lpstr>Desired State Management</vt:lpstr>
      <vt:lpstr>Deployment Options</vt:lpstr>
      <vt:lpstr>Virtual Machines</vt:lpstr>
      <vt:lpstr>Containers</vt:lpstr>
      <vt:lpstr>Containers</vt:lpstr>
      <vt:lpstr>Application Containers</vt:lpstr>
      <vt:lpstr>Choosing the Right Deployment Option</vt:lpstr>
      <vt:lpstr>Container Orchestration with Kubernetes</vt:lpstr>
      <vt:lpstr>Progressive Delivery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Microservices - Chapter 8: Deployment</dc:title>
  <dc:subject/>
  <dc:creator/>
  <cp:keywords/>
  <dc:description>generated using python-pptx</dc:description>
  <cp:lastModifiedBy>Rawan Gedeon</cp:lastModifiedBy>
  <cp:revision>7</cp:revision>
  <dcterms:created xsi:type="dcterms:W3CDTF">2013-01-27T09:14:16Z</dcterms:created>
  <dcterms:modified xsi:type="dcterms:W3CDTF">2024-05-30T10:19:07Z</dcterms:modified>
  <cp:category/>
</cp:coreProperties>
</file>